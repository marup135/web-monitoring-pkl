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NeboTrack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Monitoring &amp; Logbook Jurnal Harian PKL Digital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SMKN 1 Bojong • Solusi Modern Transparansi &amp; Efisiensi PKL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 &amp; Perubahan Sistem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SMKN 1 Bojong - Web Monitoring PKL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Sistem Konvensional vs Solusi NeboTrack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Permasalahan Sistem Lama (Kertas)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Jurnal Fisik Rentan Hilang / Rusak: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Buku jurnal berbasis kertas mudah terselisip.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Monitoring Tidak Real-Time: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Guru baru bisa melihat perkembangan saat kunjungan.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Sulit Koordinasi 3 Pihak: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Sekolah &amp; Pembimbing Industri jarang terhubung langsung.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Risiko Manipulasi Absen: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Rekap kehadiran manual rawan kecurangan.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DCFCE7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Solusi Digital NeboTrack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Logbook Digital Terpusat: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Semua aktivitas tersimpan aman secara cloud.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Pemantauan Real-Time: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Guru &amp; mentor bisa memantau progres kapan saja.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Integrasi 3 Pihak Terpadu: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Siswa, Sekolah, dan Industri dalam 1 platform.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Absensi Berbasis Foto &amp; Lokasi: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Meminimalisir kecurangan kehadiran.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Fitur-Fitur Unggulan NeboTrack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SMKN 1 Bojong - Web Monitoring PKL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291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Kanban Board Logbook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tugas ala Trello (Rencana, Dikerjakan, Review, Selesai) untuk kerapihan jurnal.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291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Absensi &amp; Deteksi Wajah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1031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Check-in/Check-out harian dilengkapi validasi foto lokasi dan integrasi Face Recognition.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1463040"/>
            <a:ext cx="3291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Mobile First &amp; PWA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0" y="21031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Dapat diinstal di HP tanpa PlayStore, mendukung penggunaan offline &amp; gestur mobile.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3291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Multi-Role Access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 akses terpisah &amp; aman untuk Admin, Siswa, Guru Pembimbing, dan Mentor Perusahaan.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3840480"/>
            <a:ext cx="3291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Dashboard &amp; Statistik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4480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Grafik kehadiran, rekap jam kerja, dan penilaian harian yang ter-update secara otomatis.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63840" y="3840480"/>
            <a:ext cx="3291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Dark Mode &amp; UI Modern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0" y="4480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menarik, nyaman di mata, dan responsif di semua perangkat.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&amp; Arsitektur Sistem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SMKN 1 Bojong - Web Monitoring PKL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FULLSTACK FRAMEWORK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(App Router)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 tinggi, SEO-friendly, dan arsitektur Server Actions modern.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5120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002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LIBRARY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&amp; TypeScript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 interaktif dengan tipe data yang ketat dan bebas bug.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5120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546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 &amp; DESIGN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383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7490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responsif, fleksibel, serta mendukung tema Dark Mode.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017520"/>
            <a:ext cx="5120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1546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ORM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3383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&amp; Prisma 6.16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37490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Penyimpanan data relasional yang stabil dengan ORM tipe aman.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572000"/>
            <a:ext cx="5120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7091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937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@vladmandic/face-api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53035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pengenalan wajah untuk kebutuhan verifikasi absensi.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4572000"/>
            <a:ext cx="5120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7091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4937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Serwist (PWA)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09360" y="53035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Memungkinkan aplikasi berjalan seperti APK native di smartphone.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Kerja Pengguna (Multi-Role)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SMKN 1 Bojong - Web Monitoring PKL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2468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SISWA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2468880"/>
            <a:ext cx="1920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4320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Check-in Absen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Isi Logbook (Kanban)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Ajukan Review Task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645920"/>
            <a:ext cx="2468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MENTOR (INDUSTRI)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2468880"/>
            <a:ext cx="1920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74320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Cek Kehadiran Siswa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Verifikasi Tugas (Review)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Beri Feedback &amp; Nilai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645920"/>
            <a:ext cx="2468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👨‍🏫 GURU (SEKOLAH)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468880"/>
            <a:ext cx="1920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74320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Pantau Dashboard Progres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Beri Catatan Pembimbing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Rekap Evaluasi Akhir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0" y="1645920"/>
            <a:ext cx="2468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ADMIN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61120" y="2468880"/>
            <a:ext cx="1920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74320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Kelola Data User &amp; Master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Setering Jurusan &amp; Industri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Maintenance System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NeboTrack - Wujudkan PKL Digital yang Transparan &amp; Akuntabel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Pertanyaan? (Sesi Tanya Jawab)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NeboTrack - Web Monitoring PKL</dc:title>
  <dc:subject>PptxGenJS Presentation</dc:subject>
  <dc:creator>Tim NeboTrack</dc:creator>
  <cp:lastModifiedBy>Tim NeboTrack</cp:lastModifiedBy>
  <cp:revision>1</cp:revision>
  <dcterms:created xsi:type="dcterms:W3CDTF">2026-07-23T07:43:54Z</dcterms:created>
  <dcterms:modified xsi:type="dcterms:W3CDTF">2026-07-23T07:43:54Z</dcterms:modified>
</cp:coreProperties>
</file>